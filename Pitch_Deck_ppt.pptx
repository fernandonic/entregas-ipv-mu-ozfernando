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f6822af2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f6822af2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f6822af2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f6822af2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f6822af2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f6822af2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f6822af2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f6822af2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f6822af2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f6822af2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f6822af2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f6822af2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Final Boss Sin-Nombre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Un juego de plataforma 2D de desplazamiento lateral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47125" y="37334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Muñoz Fernando Nicolas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 Cental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chemeClr val="dk1"/>
                </a:solidFill>
              </a:rPr>
              <a:t>Se trata de un personaje principal el cual </a:t>
            </a:r>
            <a:r>
              <a:rPr lang="es" sz="3200">
                <a:solidFill>
                  <a:schemeClr val="dk1"/>
                </a:solidFill>
              </a:rPr>
              <a:t>deberá</a:t>
            </a:r>
            <a:r>
              <a:rPr lang="es" sz="3200">
                <a:solidFill>
                  <a:schemeClr val="dk1"/>
                </a:solidFill>
              </a:rPr>
              <a:t> </a:t>
            </a:r>
            <a:r>
              <a:rPr lang="es" sz="3200">
                <a:solidFill>
                  <a:schemeClr val="dk1"/>
                </a:solidFill>
              </a:rPr>
              <a:t>atravesar</a:t>
            </a:r>
            <a:r>
              <a:rPr lang="es" sz="3200">
                <a:solidFill>
                  <a:schemeClr val="dk1"/>
                </a:solidFill>
              </a:rPr>
              <a:t> ciertos </a:t>
            </a:r>
            <a:r>
              <a:rPr lang="es" sz="3200">
                <a:solidFill>
                  <a:schemeClr val="dk1"/>
                </a:solidFill>
              </a:rPr>
              <a:t>obstáculos</a:t>
            </a:r>
            <a:r>
              <a:rPr lang="es" sz="3200">
                <a:solidFill>
                  <a:schemeClr val="dk1"/>
                </a:solidFill>
              </a:rPr>
              <a:t> y enemigos hasta llegar a combatir con un Jefe final de </a:t>
            </a:r>
            <a:r>
              <a:rPr lang="es" sz="3200">
                <a:solidFill>
                  <a:schemeClr val="dk1"/>
                </a:solidFill>
              </a:rPr>
              <a:t>área</a:t>
            </a:r>
            <a:r>
              <a:rPr lang="es" sz="3200">
                <a:solidFill>
                  <a:schemeClr val="dk1"/>
                </a:solidFill>
              </a:rPr>
              <a:t>, el cual una vez derrotado finalizara la experiencia</a:t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Experiencia o gesto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10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  <a:highlight>
                  <a:schemeClr val="lt1"/>
                </a:highlight>
              </a:rPr>
              <a:t>Lo que se intentara transmitir es la sensacion de aventura, el usuario podra saltar, correr, atacar, ser herido y trepar muros para alcanzar objetivos (esto ultimo es tentativo)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275" y="2336025"/>
            <a:ext cx="6763973" cy="26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s" sz="2500"/>
              <a:t>Tecnología usada</a:t>
            </a:r>
            <a:endParaRPr sz="34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8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595">
                <a:solidFill>
                  <a:schemeClr val="dk1"/>
                </a:solidFill>
              </a:rPr>
              <a:t>El Game Engine a usar para este proyecto sera Godot en su version estable 4.6.2.</a:t>
            </a:r>
            <a:endParaRPr sz="15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rPr b="1" lang="es" sz="1595">
                <a:solidFill>
                  <a:schemeClr val="dk1"/>
                </a:solidFill>
              </a:rPr>
              <a:t>Justificacion: </a:t>
            </a:r>
            <a:r>
              <a:rPr lang="es" sz="1595">
                <a:solidFill>
                  <a:schemeClr val="dk1"/>
                </a:solidFill>
              </a:rPr>
              <a:t>debido a que es el que se uso durante la cursada y se cuenta con conocimiento adquirido</a:t>
            </a:r>
            <a:endParaRPr sz="1595">
              <a:solidFill>
                <a:schemeClr val="dk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0" y="2481900"/>
            <a:ext cx="3981450" cy="22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s" sz="2500"/>
              <a:t>Forma o materialidad</a:t>
            </a:r>
            <a:endParaRPr sz="2500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10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Los assets que se usaran seran tomados de distintas plataformas web que los ofrezcan de manera gratuita, se dara prioridad a sprites (estile pixeal art, no HANDDRAW) de indole oscuro y distopico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999" y="2336025"/>
            <a:ext cx="5567901" cy="26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944100"/>
            <a:ext cx="8520600" cy="21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Fernando Nicolas Muñoz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BIO: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Estudiante de la Tecnicatura Universitaria en Programacion Informatica y </a:t>
            </a:r>
            <a:r>
              <a:rPr lang="es"/>
              <a:t>aficionado a jugar y crear video games cuando la vida persona y laboral da el respiro.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450" y="3100800"/>
            <a:ext cx="4590051" cy="17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Futuro o Mejora Posible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